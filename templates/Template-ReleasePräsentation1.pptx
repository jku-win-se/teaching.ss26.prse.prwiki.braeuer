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7102475" cy="10234613"/>
  <p:embeddedFontLst>
    <p:embeddedFont>
      <p:font typeface="Arial Black" panose="020B0A0402010202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RRebPKCvJe0HY3f3WWyYpc4N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Titel / Schluss mit Log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314" y="555091"/>
            <a:ext cx="1932056" cy="1367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oogle Shape;23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">
  <p:cSld name="JKU Log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8239" y="1571812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">
  <p:cSld name="Kapitel ohne Log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 Kooperationen">
  <p:cSld name="Übersicht Kooperatione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>
            <a:spLocks noGrp="1"/>
          </p:cNvSpPr>
          <p:nvPr>
            <p:ph type="pic" idx="2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2"/>
          <p:cNvSpPr>
            <a:spLocks noGrp="1"/>
          </p:cNvSpPr>
          <p:nvPr>
            <p:ph type="pic" idx="3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>
            <a:spLocks noGrp="1"/>
          </p:cNvSpPr>
          <p:nvPr>
            <p:ph type="pic" idx="4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>
            <a:spLocks noGrp="1"/>
          </p:cNvSpPr>
          <p:nvPr>
            <p:ph type="pic" idx="5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>
            <a:spLocks noGrp="1"/>
          </p:cNvSpPr>
          <p:nvPr>
            <p:ph type="pic" idx="6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>
            <a:spLocks noGrp="1"/>
          </p:cNvSpPr>
          <p:nvPr>
            <p:ph type="pic" idx="7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2"/>
          <p:cNvSpPr>
            <a:spLocks noGrp="1"/>
          </p:cNvSpPr>
          <p:nvPr>
            <p:ph type="pic" idx="8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2"/>
          <p:cNvSpPr>
            <a:spLocks noGrp="1"/>
          </p:cNvSpPr>
          <p:nvPr>
            <p:ph type="pic" idx="9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>
            <a:spLocks noGrp="1"/>
          </p:cNvSpPr>
          <p:nvPr>
            <p:ph type="pic" idx="13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">
  <p:cSld name="Übersich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 Black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766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schwarzer Text">
  <p:cSld name="Imagebild, schwarzer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405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weißer Text">
  <p:cSld name="Imagebild, weißer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315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e">
  <p:cSld name="Vergleich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sses Bild und Text">
  <p:cSld name="Grosses Bild u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3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eln">
  <p:cSld name="Formel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>
            <a:spLocks noGrp="1"/>
          </p:cNvSpPr>
          <p:nvPr>
            <p:ph type="media" idx="2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leine Bilder und Text">
  <p:cSld name="3 kleine Bilder und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>
            <a:spLocks noGrp="1"/>
          </p:cNvSpPr>
          <p:nvPr>
            <p:ph type="pic" idx="2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0"/>
          <p:cNvSpPr>
            <a:spLocks noGrp="1"/>
          </p:cNvSpPr>
          <p:nvPr>
            <p:ph type="pic" idx="3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0"/>
          <p:cNvSpPr>
            <a:spLocks noGrp="1"/>
          </p:cNvSpPr>
          <p:nvPr>
            <p:ph type="pic" idx="4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males Bild und Text">
  <p:cSld name="Schmales Bild und 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Allgemein">
  <p:cSld name="JKU Logo Allgemein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Allgemein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4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Allgemein">
  <p:cSld name="Kapitel ohne Logo Allgemei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TNF">
  <p:cSld name="JKU Logo TNF">
    <p:bg>
      <p:bgPr>
        <a:solidFill>
          <a:schemeClr val="accen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TNF">
  <p:cSld name="Titel / Schluss mit Logo TNF">
    <p:bg>
      <p:bgPr>
        <a:solidFill>
          <a:schemeClr val="accen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7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TNF">
  <p:cSld name="Kapitel ohne Logo TNF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SOWI">
  <p:cSld name="JKU Logo SOWI">
    <p:bg>
      <p:bgPr>
        <a:solidFill>
          <a:schemeClr val="accent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SOWI">
  <p:cSld name="Titel / Schluss mit Logo SOWI">
    <p:bg>
      <p:bgPr>
        <a:solidFill>
          <a:schemeClr val="accent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0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6" name="Google Shape;16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SOWI">
  <p:cSld name="Kapitel ohne Logo SOWI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RE">
  <p:cSld name="JKU Logo RE">
    <p:bg>
      <p:bgPr>
        <a:solidFill>
          <a:schemeClr val="accent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RE">
  <p:cSld name="Titel / Schluss mit Logo RE">
    <p:bg>
      <p:bgPr>
        <a:solidFill>
          <a:schemeClr val="accent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RE">
  <p:cSld name="Kapitel ohne Logo RE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4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MED">
  <p:cSld name="JKU Logo MED">
    <p:bg>
      <p:bgPr>
        <a:solidFill>
          <a:schemeClr val="accent6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MED">
  <p:cSld name="Titel / Schluss mit Logo MED">
    <p:bg>
      <p:bgPr>
        <a:solidFill>
          <a:schemeClr val="accent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6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202" name="Google Shape;20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MED">
  <p:cSld name="Kapitel ohne Logo MED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sz="3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70583" y="6351235"/>
            <a:ext cx="2717806" cy="3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73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575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433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/>
              <a:t>Name 1, Name 2, … </a:t>
            </a: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 err="1"/>
              <a:t>Praktikum</a:t>
            </a:r>
            <a:r>
              <a:rPr lang="en-US" dirty="0"/>
              <a:t> Software Engineering – SS 2026</a:t>
            </a:r>
            <a:endParaRPr dirty="0"/>
          </a:p>
        </p:txBody>
      </p:sp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/>
              <a:t>Release 1</a:t>
            </a:r>
            <a:br>
              <a:rPr lang="en-US"/>
            </a:br>
            <a:r>
              <a:rPr lang="en-US"/>
              <a:t>Team x</a:t>
            </a:r>
            <a:endParaRPr/>
          </a:p>
        </p:txBody>
      </p:sp>
      <p:sp>
        <p:nvSpPr>
          <p:cNvPr id="218" name="Google Shape;218;p1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Google Shape;219;p1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Präsentation Release 1 - Agenda</a:t>
            </a:r>
            <a:endParaRPr/>
          </a:p>
        </p:txBody>
      </p:sp>
      <p:sp>
        <p:nvSpPr>
          <p:cNvPr id="225" name="Google Shape;225;p2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UML </a:t>
            </a:r>
            <a:r>
              <a:rPr lang="en-US" dirty="0" err="1"/>
              <a:t>Klassendiagramme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Aktueller</a:t>
            </a:r>
            <a:r>
              <a:rPr lang="en-US" dirty="0"/>
              <a:t> Stand der </a:t>
            </a:r>
            <a:r>
              <a:rPr lang="en-US" dirty="0" err="1"/>
              <a:t>Implementierung</a:t>
            </a:r>
            <a:r>
              <a:rPr lang="en-US" dirty="0"/>
              <a:t> (</a:t>
            </a:r>
            <a:r>
              <a:rPr lang="en-US" dirty="0" err="1"/>
              <a:t>inkl</a:t>
            </a:r>
            <a:r>
              <a:rPr lang="en-US" dirty="0"/>
              <a:t>. Demo)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Sprint Retro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Einsatz</a:t>
            </a:r>
            <a:r>
              <a:rPr lang="en-US" dirty="0"/>
              <a:t> von KI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Planung</a:t>
            </a:r>
            <a:r>
              <a:rPr lang="en-US" dirty="0"/>
              <a:t> für Release 2</a:t>
            </a:r>
            <a:endParaRPr dirty="0"/>
          </a:p>
        </p:txBody>
      </p:sp>
      <p:sp>
        <p:nvSpPr>
          <p:cNvPr id="226" name="Google Shape;226;p2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UML Klassendiagramme</a:t>
            </a:r>
            <a:endParaRPr/>
          </a:p>
        </p:txBody>
      </p:sp>
      <p:sp>
        <p:nvSpPr>
          <p:cNvPr id="232" name="Google Shape;232;p3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Kurze </a:t>
            </a:r>
            <a:r>
              <a:rPr lang="en-US" dirty="0" err="1"/>
              <a:t>Beschreibung</a:t>
            </a:r>
            <a:r>
              <a:rPr lang="en-US" dirty="0"/>
              <a:t> der </a:t>
            </a:r>
            <a:r>
              <a:rPr lang="en-US" dirty="0" err="1"/>
              <a:t>Diagramme</a:t>
            </a:r>
            <a:r>
              <a:rPr lang="en-US" dirty="0"/>
              <a:t>, </a:t>
            </a:r>
            <a:r>
              <a:rPr lang="en-US" dirty="0" err="1"/>
              <a:t>Architektur</a:t>
            </a:r>
            <a:r>
              <a:rPr lang="en-US" dirty="0"/>
              <a:t> und </a:t>
            </a:r>
            <a:r>
              <a:rPr lang="en-US" dirty="0" err="1"/>
              <a:t>geplanter</a:t>
            </a:r>
            <a:r>
              <a:rPr lang="en-US" dirty="0"/>
              <a:t> Aufbau der </a:t>
            </a:r>
            <a:r>
              <a:rPr lang="en-US" dirty="0" err="1"/>
              <a:t>Applikation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Artifakte</a:t>
            </a:r>
            <a:r>
              <a:rPr lang="en-US" dirty="0"/>
              <a:t> (UML </a:t>
            </a:r>
            <a:r>
              <a:rPr lang="en-US" dirty="0" err="1"/>
              <a:t>Diagramme</a:t>
            </a:r>
            <a:r>
              <a:rPr lang="en-US" dirty="0"/>
              <a:t>) </a:t>
            </a:r>
            <a:r>
              <a:rPr lang="en-US" dirty="0" err="1"/>
              <a:t>sind</a:t>
            </a:r>
            <a:r>
              <a:rPr lang="en-US" dirty="0"/>
              <a:t> in Git Repository </a:t>
            </a:r>
            <a:r>
              <a:rPr lang="en-US" dirty="0" err="1"/>
              <a:t>gespeichert</a:t>
            </a:r>
            <a:endParaRPr dirty="0"/>
          </a:p>
        </p:txBody>
      </p:sp>
      <p:sp>
        <p:nvSpPr>
          <p:cNvPr id="233" name="Google Shape;233;p3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de-DE" dirty="0"/>
              <a:t>Aktueller Stand der Implementierung (inkl. Demo)</a:t>
            </a:r>
          </a:p>
        </p:txBody>
      </p:sp>
      <p:sp>
        <p:nvSpPr>
          <p:cNvPr id="239" name="Google Shape;239;p4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Was </a:t>
            </a:r>
            <a:r>
              <a:rPr lang="en-US" dirty="0" err="1"/>
              <a:t>wurde</a:t>
            </a:r>
            <a:r>
              <a:rPr lang="en-US" dirty="0"/>
              <a:t> </a:t>
            </a:r>
            <a:r>
              <a:rPr lang="en-US" dirty="0" err="1"/>
              <a:t>umgesetzt</a:t>
            </a:r>
            <a:r>
              <a:rPr lang="en-US" dirty="0"/>
              <a:t>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Wie </a:t>
            </a:r>
            <a:r>
              <a:rPr lang="en-US" dirty="0" err="1"/>
              <a:t>wurde</a:t>
            </a:r>
            <a:r>
              <a:rPr lang="en-US" dirty="0"/>
              <a:t> die </a:t>
            </a:r>
            <a:r>
              <a:rPr lang="en-US" dirty="0" err="1"/>
              <a:t>Aufteilung</a:t>
            </a:r>
            <a:r>
              <a:rPr lang="en-US" dirty="0"/>
              <a:t> </a:t>
            </a:r>
            <a:r>
              <a:rPr lang="en-US" dirty="0" err="1"/>
              <a:t>vorgenommen</a:t>
            </a:r>
            <a:r>
              <a:rPr lang="en-US" dirty="0"/>
              <a:t>?</a:t>
            </a: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Welche</a:t>
            </a:r>
            <a:r>
              <a:rPr lang="en-US" dirty="0"/>
              <a:t> User-Stories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angelegt</a:t>
            </a:r>
            <a:r>
              <a:rPr lang="en-US" dirty="0"/>
              <a:t>?</a:t>
            </a: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neuen</a:t>
            </a:r>
            <a:r>
              <a:rPr lang="en-US" dirty="0"/>
              <a:t> Tasks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angelegt</a:t>
            </a:r>
            <a:r>
              <a:rPr lang="en-US" dirty="0"/>
              <a:t>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Demo der </a:t>
            </a:r>
            <a:r>
              <a:rPr lang="en-US" dirty="0" err="1"/>
              <a:t>Applikation</a:t>
            </a:r>
            <a:endParaRPr dirty="0"/>
          </a:p>
        </p:txBody>
      </p:sp>
      <p:sp>
        <p:nvSpPr>
          <p:cNvPr id="240" name="Google Shape;240;p4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Sprint Retro</a:t>
            </a:r>
            <a:endParaRPr/>
          </a:p>
        </p:txBody>
      </p:sp>
      <p:sp>
        <p:nvSpPr>
          <p:cNvPr id="246" name="Google Shape;246;p5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Überblick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über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gebuchte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Stunden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Gab es </a:t>
            </a:r>
            <a:r>
              <a:rPr lang="en-US" dirty="0" err="1"/>
              <a:t>gröbere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(</a:t>
            </a:r>
            <a:r>
              <a:rPr lang="en-US" dirty="0" err="1"/>
              <a:t>Planung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…)</a:t>
            </a:r>
            <a:endParaRPr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für Sprint 2 </a:t>
            </a:r>
            <a:r>
              <a:rPr lang="en-US" dirty="0" err="1"/>
              <a:t>gelernt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247" name="Google Shape;247;p5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69FE-138F-F444-41AA-25E4F72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Einsatz</a:t>
            </a:r>
            <a:r>
              <a:rPr lang="en-US" dirty="0"/>
              <a:t> von KI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C489F-9B79-FA20-058B-DC9F26914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Wurde</a:t>
            </a:r>
            <a:r>
              <a:rPr lang="en-US" dirty="0"/>
              <a:t> KI </a:t>
            </a:r>
            <a:r>
              <a:rPr lang="en-US" dirty="0" err="1"/>
              <a:t>eingesetzt</a:t>
            </a:r>
            <a:r>
              <a:rPr lang="en-US" dirty="0"/>
              <a:t>? </a:t>
            </a:r>
          </a:p>
          <a:p>
            <a:r>
              <a:rPr lang="en-US" dirty="0"/>
              <a:t>Wenn ja:</a:t>
            </a:r>
          </a:p>
          <a:p>
            <a:pPr lvl="1"/>
            <a:r>
              <a:rPr lang="en-US" dirty="0"/>
              <a:t>Für </a:t>
            </a:r>
            <a:r>
              <a:rPr lang="en-US" dirty="0" err="1"/>
              <a:t>welchen</a:t>
            </a:r>
            <a:r>
              <a:rPr lang="en-US" dirty="0"/>
              <a:t> </a:t>
            </a:r>
            <a:r>
              <a:rPr lang="en-US" dirty="0" err="1"/>
              <a:t>Anwendungsfall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Wie hat die KI </a:t>
            </a:r>
            <a:r>
              <a:rPr lang="en-US" dirty="0" err="1"/>
              <a:t>geholfen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Wie </a:t>
            </a:r>
            <a:r>
              <a:rPr lang="en-US" dirty="0" err="1"/>
              <a:t>wird</a:t>
            </a:r>
            <a:r>
              <a:rPr lang="en-US" dirty="0"/>
              <a:t> KI </a:t>
            </a:r>
            <a:r>
              <a:rPr lang="en-US" dirty="0" err="1"/>
              <a:t>eingesetzt</a:t>
            </a:r>
            <a:r>
              <a:rPr lang="en-US" dirty="0"/>
              <a:t>? (</a:t>
            </a:r>
            <a:r>
              <a:rPr lang="en-US" dirty="0" err="1"/>
              <a:t>Plannung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, Tests, Refactoring, etc.)</a:t>
            </a:r>
          </a:p>
          <a:p>
            <a:pPr lvl="1"/>
            <a:r>
              <a:rPr lang="en-US" dirty="0" err="1"/>
              <a:t>Entsprach</a:t>
            </a:r>
            <a:r>
              <a:rPr lang="en-US" dirty="0"/>
              <a:t> 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den </a:t>
            </a:r>
            <a:r>
              <a:rPr lang="en-US" dirty="0" err="1"/>
              <a:t>Erwartungen</a:t>
            </a:r>
            <a:r>
              <a:rPr lang="en-US" dirty="0"/>
              <a:t>?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D2E92-84E0-3528-AB07-5C5896B6F85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dirty="0" err="1"/>
              <a:t>Planung</a:t>
            </a:r>
            <a:r>
              <a:rPr lang="en-US" dirty="0"/>
              <a:t> für Release 2</a:t>
            </a:r>
            <a:endParaRPr dirty="0"/>
          </a:p>
        </p:txBody>
      </p:sp>
      <p:sp>
        <p:nvSpPr>
          <p:cNvPr id="253" name="Google Shape;253;p6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Kurzer Überblick über den weiteren Plan und nächste Schritte.</a:t>
            </a:r>
            <a:endParaRPr/>
          </a:p>
        </p:txBody>
      </p:sp>
      <p:sp>
        <p:nvSpPr>
          <p:cNvPr id="254" name="Google Shape;254;p6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rgbClr val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182</Words>
  <Application>Microsoft Office PowerPoint</Application>
  <PresentationFormat>Widescreen</PresentationFormat>
  <Paragraphs>34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Black</vt:lpstr>
      <vt:lpstr>Arial</vt:lpstr>
      <vt:lpstr>Noto Sans Symbols</vt:lpstr>
      <vt:lpstr>Office</vt:lpstr>
      <vt:lpstr>Release 1 Team x</vt:lpstr>
      <vt:lpstr>Präsentation Release 1 - Agenda</vt:lpstr>
      <vt:lpstr>UML Klassendiagramme</vt:lpstr>
      <vt:lpstr>Aktueller Stand der Implementierung (inkl. Demo)</vt:lpstr>
      <vt:lpstr>Sprint Retro</vt:lpstr>
      <vt:lpstr>Einsatz von KI </vt:lpstr>
      <vt:lpstr>Planung für Release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Braeuer, Johannes</dc:creator>
  <cp:lastModifiedBy>Braeuer, Johannes</cp:lastModifiedBy>
  <cp:revision>3</cp:revision>
  <dcterms:created xsi:type="dcterms:W3CDTF">2023-10-26T07:23:11Z</dcterms:created>
  <dcterms:modified xsi:type="dcterms:W3CDTF">2026-04-14T19:08:33Z</dcterms:modified>
</cp:coreProperties>
</file>