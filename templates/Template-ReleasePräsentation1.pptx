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7102475" cy="10234613"/>
  <p:embeddedFontLst>
    <p:embeddedFont>
      <p:font typeface="Arial Black" panose="020B0A04020102020204" pitchFamily="34" charset="0"/>
      <p:regular r:id="rId10"/>
      <p:bold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2" roundtripDataSignature="AMtx7mhRRebPKCvJe0HY3f3WWyYpc4Nw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39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8163" cy="512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2725" y="0"/>
            <a:ext cx="3078163" cy="512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81013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613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850"/>
            <a:ext cx="3078163" cy="512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2725" y="9721850"/>
            <a:ext cx="3078163" cy="512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:notes"/>
          <p:cNvSpPr txBox="1">
            <a:spLocks noGrp="1"/>
          </p:cNvSpPr>
          <p:nvPr>
            <p:ph type="body" idx="1"/>
          </p:nvPr>
        </p:nvSpPr>
        <p:spPr>
          <a:xfrm>
            <a:off x="709613" y="4926013"/>
            <a:ext cx="5683250" cy="402907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:notes"/>
          <p:cNvSpPr txBox="1">
            <a:spLocks noGrp="1"/>
          </p:cNvSpPr>
          <p:nvPr>
            <p:ph type="body" idx="1"/>
          </p:nvPr>
        </p:nvSpPr>
        <p:spPr>
          <a:xfrm>
            <a:off x="709613" y="4926013"/>
            <a:ext cx="5683250" cy="402907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:notes"/>
          <p:cNvSpPr txBox="1">
            <a:spLocks noGrp="1"/>
          </p:cNvSpPr>
          <p:nvPr>
            <p:ph type="body" idx="1"/>
          </p:nvPr>
        </p:nvSpPr>
        <p:spPr>
          <a:xfrm>
            <a:off x="709613" y="4926013"/>
            <a:ext cx="5683250" cy="402907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4:notes"/>
          <p:cNvSpPr txBox="1">
            <a:spLocks noGrp="1"/>
          </p:cNvSpPr>
          <p:nvPr>
            <p:ph type="body" idx="1"/>
          </p:nvPr>
        </p:nvSpPr>
        <p:spPr>
          <a:xfrm>
            <a:off x="709613" y="4926013"/>
            <a:ext cx="5683250" cy="402907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5:notes"/>
          <p:cNvSpPr txBox="1">
            <a:spLocks noGrp="1"/>
          </p:cNvSpPr>
          <p:nvPr>
            <p:ph type="body" idx="1"/>
          </p:nvPr>
        </p:nvSpPr>
        <p:spPr>
          <a:xfrm>
            <a:off x="709613" y="4926013"/>
            <a:ext cx="5683250" cy="402907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6:notes"/>
          <p:cNvSpPr txBox="1">
            <a:spLocks noGrp="1"/>
          </p:cNvSpPr>
          <p:nvPr>
            <p:ph type="body" idx="1"/>
          </p:nvPr>
        </p:nvSpPr>
        <p:spPr>
          <a:xfrm>
            <a:off x="709613" y="4926013"/>
            <a:ext cx="5683250" cy="402907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el / Schluss mit Logo">
  <p:cSld name="Titel / Schluss mit Logo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8"/>
          <p:cNvPicPr preferRelativeResize="0"/>
          <p:nvPr/>
        </p:nvPicPr>
        <p:blipFill rotWithShape="1">
          <a:blip r:embed="rId2">
            <a:alphaModFix/>
          </a:blip>
          <a:srcRect l="27455" t="15293" r="42710" b="38849"/>
          <a:stretch/>
        </p:blipFill>
        <p:spPr>
          <a:xfrm>
            <a:off x="304246" y="3236317"/>
            <a:ext cx="2520000" cy="230727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8"/>
          <p:cNvSpPr txBox="1">
            <a:spLocks noGrp="1"/>
          </p:cNvSpPr>
          <p:nvPr>
            <p:ph type="subTitle" idx="1"/>
          </p:nvPr>
        </p:nvSpPr>
        <p:spPr>
          <a:xfrm>
            <a:off x="485737" y="5412164"/>
            <a:ext cx="9216577" cy="731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60"/>
              <a:buNone/>
              <a:defRPr sz="1800"/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title"/>
          </p:nvPr>
        </p:nvSpPr>
        <p:spPr>
          <a:xfrm>
            <a:off x="475590" y="1307110"/>
            <a:ext cx="9226724" cy="20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 Black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/>
          <p:cNvSpPr txBox="1"/>
          <p:nvPr/>
        </p:nvSpPr>
        <p:spPr>
          <a:xfrm>
            <a:off x="10064678" y="5502229"/>
            <a:ext cx="1395661" cy="733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UNIVERSITÄT LINZ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4040 Linz, Österreich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sz="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" name="Google Shape;21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02314" y="555091"/>
            <a:ext cx="1932056" cy="1367992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8"/>
          <p:cNvSpPr>
            <a:spLocks noGrp="1"/>
          </p:cNvSpPr>
          <p:nvPr>
            <p:ph type="pic" idx="2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Google Shape;23;p8"/>
          <p:cNvSpPr>
            <a:spLocks noGrp="1"/>
          </p:cNvSpPr>
          <p:nvPr>
            <p:ph type="pic" idx="3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">
  <p:cSld name="Tex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9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body" idx="1"/>
          </p:nvPr>
        </p:nvSpPr>
        <p:spPr>
          <a:xfrm>
            <a:off x="471542" y="1621584"/>
            <a:ext cx="11139784" cy="4516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576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/>
            </a:lvl1pPr>
            <a:lvl2pPr marL="914400" lvl="1" indent="-3714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Char char="◦"/>
              <a:defRPr/>
            </a:lvl2pPr>
            <a:lvl3pPr marL="1371600" lvl="2" indent="-32575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marL="1828800" lvl="3" indent="-35433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marL="2286000" lvl="4" indent="-30289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9"/>
          <p:cNvSpPr txBox="1">
            <a:spLocks noGrp="1"/>
          </p:cNvSpPr>
          <p:nvPr>
            <p:ph type="body" idx="2"/>
          </p:nvPr>
        </p:nvSpPr>
        <p:spPr>
          <a:xfrm>
            <a:off x="471542" y="5858820"/>
            <a:ext cx="11139784" cy="278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83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800" b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38"/>
              <a:buNone/>
              <a:defRPr sz="750"/>
            </a:lvl2pPr>
            <a:lvl3pPr marL="1371600" lvl="2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38"/>
              <a:buNone/>
              <a:defRPr sz="750"/>
            </a:lvl3pPr>
            <a:lvl4pPr marL="1828800" lvl="3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5"/>
              <a:buNone/>
              <a:defRPr sz="750"/>
            </a:lvl4pPr>
            <a:lvl5pPr marL="2286000" lvl="4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8"/>
              <a:buNone/>
              <a:defRPr sz="75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9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9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9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JKU Logo">
  <p:cSld name="JKU Logo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38239" y="1571812"/>
            <a:ext cx="7118139" cy="50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apitel ohne Logo">
  <p:cSld name="Kapitel ohne Logo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>
            <a:spLocks noGrp="1"/>
          </p:cNvSpPr>
          <p:nvPr>
            <p:ph type="subTitle" idx="1"/>
          </p:nvPr>
        </p:nvSpPr>
        <p:spPr>
          <a:xfrm>
            <a:off x="485736" y="5412164"/>
            <a:ext cx="11142383" cy="731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60"/>
              <a:buNone/>
              <a:defRPr sz="1800">
                <a:solidFill>
                  <a:schemeClr val="dk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title"/>
          </p:nvPr>
        </p:nvSpPr>
        <p:spPr>
          <a:xfrm>
            <a:off x="475590" y="1307110"/>
            <a:ext cx="11152530" cy="20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 Black"/>
              <a:buNone/>
              <a:defRPr sz="4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" name="Google Shape;36;p11"/>
          <p:cNvPicPr preferRelativeResize="0"/>
          <p:nvPr/>
        </p:nvPicPr>
        <p:blipFill rotWithShape="1">
          <a:blip r:embed="rId2">
            <a:alphaModFix/>
          </a:blip>
          <a:srcRect l="27455" t="15293" r="42710" b="38849"/>
          <a:stretch/>
        </p:blipFill>
        <p:spPr>
          <a:xfrm>
            <a:off x="304246" y="3236317"/>
            <a:ext cx="2520000" cy="2307271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11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bersicht Kooperationen">
  <p:cSld name="Übersicht Kooperatione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>
            <a:spLocks noGrp="1"/>
          </p:cNvSpPr>
          <p:nvPr>
            <p:ph type="pic" idx="2"/>
          </p:nvPr>
        </p:nvSpPr>
        <p:spPr>
          <a:xfrm>
            <a:off x="8241458" y="1721189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12"/>
          <p:cNvSpPr>
            <a:spLocks noGrp="1"/>
          </p:cNvSpPr>
          <p:nvPr>
            <p:ph type="pic" idx="3"/>
          </p:nvPr>
        </p:nvSpPr>
        <p:spPr>
          <a:xfrm>
            <a:off x="574656" y="1721189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12"/>
          <p:cNvSpPr>
            <a:spLocks noGrp="1"/>
          </p:cNvSpPr>
          <p:nvPr>
            <p:ph type="pic" idx="4"/>
          </p:nvPr>
        </p:nvSpPr>
        <p:spPr>
          <a:xfrm>
            <a:off x="4407277" y="1720152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44" name="Google Shape;44;p12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2"/>
          <p:cNvSpPr>
            <a:spLocks noGrp="1"/>
          </p:cNvSpPr>
          <p:nvPr>
            <p:ph type="pic" idx="5"/>
          </p:nvPr>
        </p:nvSpPr>
        <p:spPr>
          <a:xfrm>
            <a:off x="8241458" y="3291327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46" name="Google Shape;46;p12"/>
          <p:cNvSpPr>
            <a:spLocks noGrp="1"/>
          </p:cNvSpPr>
          <p:nvPr>
            <p:ph type="pic" idx="6"/>
          </p:nvPr>
        </p:nvSpPr>
        <p:spPr>
          <a:xfrm>
            <a:off x="574656" y="3291327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47" name="Google Shape;47;p12"/>
          <p:cNvSpPr>
            <a:spLocks noGrp="1"/>
          </p:cNvSpPr>
          <p:nvPr>
            <p:ph type="pic" idx="7"/>
          </p:nvPr>
        </p:nvSpPr>
        <p:spPr>
          <a:xfrm>
            <a:off x="4407277" y="3290290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48" name="Google Shape;48;p12"/>
          <p:cNvSpPr>
            <a:spLocks noGrp="1"/>
          </p:cNvSpPr>
          <p:nvPr>
            <p:ph type="pic" idx="8"/>
          </p:nvPr>
        </p:nvSpPr>
        <p:spPr>
          <a:xfrm>
            <a:off x="8246376" y="4867487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12"/>
          <p:cNvSpPr>
            <a:spLocks noGrp="1"/>
          </p:cNvSpPr>
          <p:nvPr>
            <p:ph type="pic" idx="9"/>
          </p:nvPr>
        </p:nvSpPr>
        <p:spPr>
          <a:xfrm>
            <a:off x="579574" y="4867487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12"/>
          <p:cNvSpPr>
            <a:spLocks noGrp="1"/>
          </p:cNvSpPr>
          <p:nvPr>
            <p:ph type="pic" idx="13"/>
          </p:nvPr>
        </p:nvSpPr>
        <p:spPr>
          <a:xfrm>
            <a:off x="4412195" y="4866450"/>
            <a:ext cx="33840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12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66">
          <p15:clr>
            <a:srgbClr val="FBAE40"/>
          </p15:clr>
        </p15:guide>
        <p15:guide id="2" pos="54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bersicht">
  <p:cSld name="Übersich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>
            <a:spLocks noGrp="1"/>
          </p:cNvSpPr>
          <p:nvPr>
            <p:ph type="body" idx="1"/>
          </p:nvPr>
        </p:nvSpPr>
        <p:spPr>
          <a:xfrm>
            <a:off x="623093" y="636613"/>
            <a:ext cx="10845364" cy="54992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 Black"/>
              <a:buNone/>
              <a:defRPr sz="1700"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766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Arial"/>
              <a:buChar char="•"/>
              <a:defRPr sz="1500"/>
            </a:lvl2pPr>
            <a:lvl3pPr marL="1371600" lvl="2" indent="-32575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marL="1828800" lvl="3" indent="-35433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marL="2286000" lvl="4" indent="-30289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bild, schwarzer Text">
  <p:cSld name="Imagebild, schwarzer 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154057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4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bild, weißer Text">
  <p:cSld name="Imagebild, weißer 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15315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 Black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gleiche">
  <p:cSld name="Vergleiche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1"/>
          </p:nvPr>
        </p:nvSpPr>
        <p:spPr>
          <a:xfrm>
            <a:off x="476843" y="1639640"/>
            <a:ext cx="5399024" cy="4513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576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/>
            </a:lvl1pPr>
            <a:lvl2pPr marL="914400" lvl="1" indent="-3714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Char char="◦"/>
              <a:defRPr/>
            </a:lvl2pPr>
            <a:lvl3pPr marL="1371600" lvl="2" indent="-32575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marL="1828800" lvl="3" indent="-35433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marL="2286000" lvl="4" indent="-30289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2"/>
          </p:nvPr>
        </p:nvSpPr>
        <p:spPr>
          <a:xfrm>
            <a:off x="6212918" y="1638582"/>
            <a:ext cx="5398407" cy="4513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576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/>
            </a:lvl1pPr>
            <a:lvl2pPr marL="914400" lvl="1" indent="-3714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Char char="◦"/>
              <a:defRPr/>
            </a:lvl2pPr>
            <a:lvl3pPr marL="1371600" lvl="2" indent="-32575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marL="1828800" lvl="3" indent="-35433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marL="2286000" lvl="4" indent="-30289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osses Bild und Text">
  <p:cSld name="Grosses Bild und 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body" idx="1"/>
          </p:nvPr>
        </p:nvSpPr>
        <p:spPr>
          <a:xfrm>
            <a:off x="8136701" y="1638300"/>
            <a:ext cx="3474625" cy="4510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576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/>
            </a:lvl1pPr>
            <a:lvl2pPr marL="914400" lvl="1" indent="-3714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Char char="◦"/>
              <a:defRPr/>
            </a:lvl2pPr>
            <a:lvl3pPr marL="1371600" lvl="2" indent="-32575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marL="1828800" lvl="3" indent="-35433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marL="2286000" lvl="4" indent="-30289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>
            <a:spLocks noGrp="1"/>
          </p:cNvSpPr>
          <p:nvPr>
            <p:ph type="pic" idx="2"/>
          </p:nvPr>
        </p:nvSpPr>
        <p:spPr>
          <a:xfrm>
            <a:off x="575733" y="1721513"/>
            <a:ext cx="7213600" cy="4417200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17"/>
          <p:cNvSpPr txBox="1">
            <a:spLocks noGrp="1"/>
          </p:cNvSpPr>
          <p:nvPr>
            <p:ph type="body" idx="3"/>
          </p:nvPr>
        </p:nvSpPr>
        <p:spPr>
          <a:xfrm>
            <a:off x="575733" y="5864981"/>
            <a:ext cx="7213600" cy="274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83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800" b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38"/>
              <a:buNone/>
              <a:defRPr sz="750"/>
            </a:lvl2pPr>
            <a:lvl3pPr marL="1371600" lvl="2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38"/>
              <a:buNone/>
              <a:defRPr sz="750"/>
            </a:lvl3pPr>
            <a:lvl4pPr marL="1828800" lvl="3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5"/>
              <a:buNone/>
              <a:defRPr sz="750"/>
            </a:lvl4pPr>
            <a:lvl5pPr marL="2286000" lvl="4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8"/>
              <a:buNone/>
              <a:defRPr sz="75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rmeln">
  <p:cSld name="Formel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>
            <a:spLocks noGrp="1"/>
          </p:cNvSpPr>
          <p:nvPr>
            <p:ph type="pic" idx="2"/>
          </p:nvPr>
        </p:nvSpPr>
        <p:spPr>
          <a:xfrm>
            <a:off x="2069754" y="1724299"/>
            <a:ext cx="8075595" cy="4417200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18"/>
          <p:cNvSpPr txBox="1">
            <a:spLocks noGrp="1"/>
          </p:cNvSpPr>
          <p:nvPr>
            <p:ph type="body" idx="1"/>
          </p:nvPr>
        </p:nvSpPr>
        <p:spPr>
          <a:xfrm>
            <a:off x="2048933" y="5863959"/>
            <a:ext cx="8096416" cy="278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83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800" b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38"/>
              <a:buNone/>
              <a:defRPr sz="750"/>
            </a:lvl2pPr>
            <a:lvl3pPr marL="1371600" lvl="2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38"/>
              <a:buNone/>
              <a:defRPr sz="750"/>
            </a:lvl3pPr>
            <a:lvl4pPr marL="1828800" lvl="3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5"/>
              <a:buNone/>
              <a:defRPr sz="750"/>
            </a:lvl4pPr>
            <a:lvl5pPr marL="2286000" lvl="4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8"/>
              <a:buNone/>
              <a:defRPr sz="75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8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8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8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ideo">
  <p:cSld name="Video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9"/>
          <p:cNvSpPr>
            <a:spLocks noGrp="1"/>
          </p:cNvSpPr>
          <p:nvPr>
            <p:ph type="media" idx="2"/>
          </p:nvPr>
        </p:nvSpPr>
        <p:spPr>
          <a:xfrm>
            <a:off x="575733" y="1724302"/>
            <a:ext cx="11035593" cy="44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◦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Font typeface="Arial"/>
              <a:buChar char="-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Font typeface="Noto Sans Symbols"/>
              <a:buChar char="◆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575733" y="5865691"/>
            <a:ext cx="11035593" cy="278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83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800" b="0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38"/>
              <a:buNone/>
              <a:defRPr sz="750"/>
            </a:lvl2pPr>
            <a:lvl3pPr marL="1371600" lvl="2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38"/>
              <a:buNone/>
              <a:defRPr sz="750"/>
            </a:lvl3pPr>
            <a:lvl4pPr marL="1828800" lvl="3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5"/>
              <a:buNone/>
              <a:defRPr sz="750"/>
            </a:lvl4pPr>
            <a:lvl5pPr marL="2286000" lvl="4" indent="-22860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8"/>
              <a:buNone/>
              <a:defRPr sz="75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9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9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kleine Bilder und Text">
  <p:cSld name="3 kleine Bilder und Text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0"/>
          <p:cNvSpPr txBox="1">
            <a:spLocks noGrp="1"/>
          </p:cNvSpPr>
          <p:nvPr>
            <p:ph type="body" idx="1"/>
          </p:nvPr>
        </p:nvSpPr>
        <p:spPr>
          <a:xfrm>
            <a:off x="4388100" y="1639035"/>
            <a:ext cx="7223226" cy="4504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576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/>
            </a:lvl1pPr>
            <a:lvl2pPr marL="914400" lvl="1" indent="-3714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Char char="◦"/>
              <a:defRPr/>
            </a:lvl2pPr>
            <a:lvl3pPr marL="1371600" lvl="2" indent="-32575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marL="1828800" lvl="3" indent="-35433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marL="2286000" lvl="4" indent="-30289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20"/>
          <p:cNvSpPr>
            <a:spLocks noGrp="1"/>
          </p:cNvSpPr>
          <p:nvPr>
            <p:ph type="pic" idx="2"/>
          </p:nvPr>
        </p:nvSpPr>
        <p:spPr>
          <a:xfrm>
            <a:off x="577711" y="1725845"/>
            <a:ext cx="3393156" cy="1368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20"/>
          <p:cNvSpPr>
            <a:spLocks noGrp="1"/>
          </p:cNvSpPr>
          <p:nvPr>
            <p:ph type="pic" idx="3"/>
          </p:nvPr>
        </p:nvSpPr>
        <p:spPr>
          <a:xfrm>
            <a:off x="577703" y="3254918"/>
            <a:ext cx="3393063" cy="1368000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20"/>
          <p:cNvSpPr>
            <a:spLocks noGrp="1"/>
          </p:cNvSpPr>
          <p:nvPr>
            <p:ph type="pic" idx="4"/>
          </p:nvPr>
        </p:nvSpPr>
        <p:spPr>
          <a:xfrm>
            <a:off x="577703" y="4775571"/>
            <a:ext cx="3393063" cy="1368000"/>
          </a:xfrm>
          <a:prstGeom prst="rect">
            <a:avLst/>
          </a:prstGeom>
          <a:noFill/>
          <a:ln>
            <a:noFill/>
          </a:ln>
        </p:spPr>
      </p:sp>
      <p:sp>
        <p:nvSpPr>
          <p:cNvPr id="106" name="Google Shape;106;p20"/>
          <p:cNvSpPr/>
          <p:nvPr/>
        </p:nvSpPr>
        <p:spPr>
          <a:xfrm>
            <a:off x="4911547" y="1444171"/>
            <a:ext cx="626533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0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males Bild und Text">
  <p:cSld name="Schmales Bild und Text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1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1"/>
          <p:cNvSpPr txBox="1">
            <a:spLocks noGrp="1"/>
          </p:cNvSpPr>
          <p:nvPr>
            <p:ph type="body" idx="1"/>
          </p:nvPr>
        </p:nvSpPr>
        <p:spPr>
          <a:xfrm>
            <a:off x="4386048" y="1643149"/>
            <a:ext cx="7225278" cy="4498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576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/>
            </a:lvl1pPr>
            <a:lvl2pPr marL="914400" lvl="1" indent="-37147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Char char="◦"/>
              <a:defRPr/>
            </a:lvl2pPr>
            <a:lvl3pPr marL="1371600" lvl="2" indent="-32575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Char char="▪"/>
              <a:defRPr/>
            </a:lvl3pPr>
            <a:lvl4pPr marL="1828800" lvl="3" indent="-35433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Char char="-"/>
              <a:defRPr/>
            </a:lvl4pPr>
            <a:lvl5pPr marL="2286000" lvl="4" indent="-30289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Char char="◆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21"/>
          <p:cNvSpPr>
            <a:spLocks noGrp="1"/>
          </p:cNvSpPr>
          <p:nvPr>
            <p:ph type="pic" idx="2"/>
          </p:nvPr>
        </p:nvSpPr>
        <p:spPr>
          <a:xfrm>
            <a:off x="575733" y="1724300"/>
            <a:ext cx="3395133" cy="4417200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21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">
  <p:cSld name="Leer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2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2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JKU Logo Allgemein">
  <p:cSld name="JKU Logo Allgemein">
    <p:bg>
      <p:bgPr>
        <a:solidFill>
          <a:schemeClr val="accent1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39600" y="1573200"/>
            <a:ext cx="7118139" cy="503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el / Schluss mit Logo Allgemein">
  <p:cSld name="Titel / Schluss mit Logo Allgemein">
    <p:bg>
      <p:bgPr>
        <a:solidFill>
          <a:schemeClr val="accent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subTitle" idx="1"/>
          </p:nvPr>
        </p:nvSpPr>
        <p:spPr>
          <a:xfrm>
            <a:off x="485737" y="5412164"/>
            <a:ext cx="9212079" cy="721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title"/>
          </p:nvPr>
        </p:nvSpPr>
        <p:spPr>
          <a:xfrm>
            <a:off x="475590" y="1307110"/>
            <a:ext cx="9222226" cy="20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4"/>
          <p:cNvSpPr txBox="1"/>
          <p:nvPr/>
        </p:nvSpPr>
        <p:spPr>
          <a:xfrm>
            <a:off x="10064678" y="5502229"/>
            <a:ext cx="1395661" cy="733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UNIVERSITÄT LINZ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Österreich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4"/>
          <p:cNvSpPr>
            <a:spLocks noGrp="1"/>
          </p:cNvSpPr>
          <p:nvPr>
            <p:ph type="pic" idx="2"/>
          </p:nvPr>
        </p:nvSpPr>
        <p:spPr>
          <a:xfrm>
            <a:off x="10151559" y="2514417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4"/>
          <p:cNvSpPr>
            <a:spLocks noGrp="1"/>
          </p:cNvSpPr>
          <p:nvPr>
            <p:ph type="pic" idx="3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02001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apitel ohne Logo Allgemein">
  <p:cSld name="Kapitel ohne Logo Allgemein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5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5"/>
          <p:cNvSpPr txBox="1">
            <a:spLocks noGrp="1"/>
          </p:cNvSpPr>
          <p:nvPr>
            <p:ph type="subTitle" idx="1"/>
          </p:nvPr>
        </p:nvSpPr>
        <p:spPr>
          <a:xfrm>
            <a:off x="485736" y="5412164"/>
            <a:ext cx="11142383" cy="731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35" name="Google Shape;135;p25"/>
          <p:cNvSpPr txBox="1">
            <a:spLocks noGrp="1"/>
          </p:cNvSpPr>
          <p:nvPr>
            <p:ph type="title"/>
          </p:nvPr>
        </p:nvSpPr>
        <p:spPr>
          <a:xfrm>
            <a:off x="475590" y="1307110"/>
            <a:ext cx="11152530" cy="20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6" name="Google Shape;136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5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5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5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JKU Logo TNF">
  <p:cSld name="JKU Logo TNF">
    <p:bg>
      <p:bgPr>
        <a:solidFill>
          <a:schemeClr val="accent2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39600" y="1573200"/>
            <a:ext cx="7118139" cy="503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el / Schluss mit Logo TNF">
  <p:cSld name="Titel / Schluss mit Logo TNF">
    <p:bg>
      <p:bgPr>
        <a:solidFill>
          <a:schemeClr val="accent2"/>
        </a:solid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7"/>
          <p:cNvSpPr txBox="1">
            <a:spLocks noGrp="1"/>
          </p:cNvSpPr>
          <p:nvPr>
            <p:ph type="subTitle" idx="1"/>
          </p:nvPr>
        </p:nvSpPr>
        <p:spPr>
          <a:xfrm>
            <a:off x="485737" y="5412164"/>
            <a:ext cx="9212079" cy="721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4" name="Google Shape;144;p27"/>
          <p:cNvSpPr txBox="1">
            <a:spLocks noGrp="1"/>
          </p:cNvSpPr>
          <p:nvPr>
            <p:ph type="title"/>
          </p:nvPr>
        </p:nvSpPr>
        <p:spPr>
          <a:xfrm>
            <a:off x="475590" y="1307110"/>
            <a:ext cx="9222226" cy="20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27"/>
          <p:cNvSpPr txBox="1"/>
          <p:nvPr/>
        </p:nvSpPr>
        <p:spPr>
          <a:xfrm>
            <a:off x="10064678" y="5502229"/>
            <a:ext cx="1395661" cy="733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UNIVERSITÄT LINZ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Österreich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27"/>
          <p:cNvSpPr>
            <a:spLocks noGrp="1"/>
          </p:cNvSpPr>
          <p:nvPr>
            <p:ph type="pic" idx="2"/>
          </p:nvPr>
        </p:nvSpPr>
        <p:spPr>
          <a:xfrm>
            <a:off x="10151559" y="2514417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27"/>
          <p:cNvSpPr>
            <a:spLocks noGrp="1"/>
          </p:cNvSpPr>
          <p:nvPr>
            <p:ph type="pic" idx="3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148" name="Google Shape;148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02001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apitel ohne Logo TNF">
  <p:cSld name="Kapitel ohne Logo TNF">
    <p:bg>
      <p:bgPr>
        <a:solidFill>
          <a:schemeClr val="lt1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8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28"/>
          <p:cNvSpPr txBox="1">
            <a:spLocks noGrp="1"/>
          </p:cNvSpPr>
          <p:nvPr>
            <p:ph type="subTitle" idx="1"/>
          </p:nvPr>
        </p:nvSpPr>
        <p:spPr>
          <a:xfrm>
            <a:off x="485736" y="5412164"/>
            <a:ext cx="11142383" cy="731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3" name="Google Shape;153;p28"/>
          <p:cNvSpPr txBox="1">
            <a:spLocks noGrp="1"/>
          </p:cNvSpPr>
          <p:nvPr>
            <p:ph type="title"/>
          </p:nvPr>
        </p:nvSpPr>
        <p:spPr>
          <a:xfrm>
            <a:off x="475590" y="1307110"/>
            <a:ext cx="11152530" cy="20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54" name="Google Shape;154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28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28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JKU Logo SOWI">
  <p:cSld name="JKU Logo SOWI">
    <p:bg>
      <p:bgPr>
        <a:solidFill>
          <a:schemeClr val="accent4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39600" y="1573200"/>
            <a:ext cx="7118139" cy="503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el / Schluss mit Logo SOWI">
  <p:cSld name="Titel / Schluss mit Logo SOWI">
    <p:bg>
      <p:bgPr>
        <a:solidFill>
          <a:schemeClr val="accent4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0"/>
          <p:cNvSpPr txBox="1">
            <a:spLocks noGrp="1"/>
          </p:cNvSpPr>
          <p:nvPr>
            <p:ph type="subTitle" idx="1"/>
          </p:nvPr>
        </p:nvSpPr>
        <p:spPr>
          <a:xfrm>
            <a:off x="485737" y="5412164"/>
            <a:ext cx="9212079" cy="721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2" name="Google Shape;162;p30"/>
          <p:cNvSpPr txBox="1">
            <a:spLocks noGrp="1"/>
          </p:cNvSpPr>
          <p:nvPr>
            <p:ph type="title"/>
          </p:nvPr>
        </p:nvSpPr>
        <p:spPr>
          <a:xfrm>
            <a:off x="475590" y="1307110"/>
            <a:ext cx="9222226" cy="20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30"/>
          <p:cNvSpPr txBox="1"/>
          <p:nvPr/>
        </p:nvSpPr>
        <p:spPr>
          <a:xfrm>
            <a:off x="10064678" y="5502229"/>
            <a:ext cx="1395661" cy="733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UNIVERSITÄT LINZ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Österreich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30"/>
          <p:cNvSpPr>
            <a:spLocks noGrp="1"/>
          </p:cNvSpPr>
          <p:nvPr>
            <p:ph type="pic" idx="2"/>
          </p:nvPr>
        </p:nvSpPr>
        <p:spPr>
          <a:xfrm>
            <a:off x="10151559" y="2514417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165" name="Google Shape;165;p30"/>
          <p:cNvSpPr>
            <a:spLocks noGrp="1"/>
          </p:cNvSpPr>
          <p:nvPr>
            <p:ph type="pic" idx="3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166" name="Google Shape;166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02001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apitel ohne Logo SOWI">
  <p:cSld name="Kapitel ohne Logo SOWI">
    <p:bg>
      <p:bgPr>
        <a:solidFill>
          <a:schemeClr val="lt1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1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31"/>
          <p:cNvSpPr txBox="1">
            <a:spLocks noGrp="1"/>
          </p:cNvSpPr>
          <p:nvPr>
            <p:ph type="subTitle" idx="1"/>
          </p:nvPr>
        </p:nvSpPr>
        <p:spPr>
          <a:xfrm>
            <a:off x="485736" y="5412164"/>
            <a:ext cx="11142383" cy="731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1" name="Google Shape;171;p31"/>
          <p:cNvSpPr txBox="1">
            <a:spLocks noGrp="1"/>
          </p:cNvSpPr>
          <p:nvPr>
            <p:ph type="title"/>
          </p:nvPr>
        </p:nvSpPr>
        <p:spPr>
          <a:xfrm>
            <a:off x="475590" y="1307110"/>
            <a:ext cx="11152530" cy="20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2" name="Google Shape;172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1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31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31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JKU Logo RE">
  <p:cSld name="JKU Logo RE">
    <p:bg>
      <p:bgPr>
        <a:solidFill>
          <a:schemeClr val="accent5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39600" y="1573200"/>
            <a:ext cx="7118139" cy="503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el / Schluss mit Logo RE">
  <p:cSld name="Titel / Schluss mit Logo RE">
    <p:bg>
      <p:bgPr>
        <a:solidFill>
          <a:schemeClr val="accent5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3"/>
          <p:cNvSpPr txBox="1">
            <a:spLocks noGrp="1"/>
          </p:cNvSpPr>
          <p:nvPr>
            <p:ph type="subTitle" idx="1"/>
          </p:nvPr>
        </p:nvSpPr>
        <p:spPr>
          <a:xfrm>
            <a:off x="485737" y="5412164"/>
            <a:ext cx="9212079" cy="721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0" name="Google Shape;180;p33"/>
          <p:cNvSpPr txBox="1">
            <a:spLocks noGrp="1"/>
          </p:cNvSpPr>
          <p:nvPr>
            <p:ph type="title"/>
          </p:nvPr>
        </p:nvSpPr>
        <p:spPr>
          <a:xfrm>
            <a:off x="475590" y="1307110"/>
            <a:ext cx="9222226" cy="20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33"/>
          <p:cNvSpPr txBox="1"/>
          <p:nvPr/>
        </p:nvSpPr>
        <p:spPr>
          <a:xfrm>
            <a:off x="10064678" y="5502229"/>
            <a:ext cx="1395661" cy="733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UNIVERSITÄT LINZ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Österreich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33"/>
          <p:cNvSpPr>
            <a:spLocks noGrp="1"/>
          </p:cNvSpPr>
          <p:nvPr>
            <p:ph type="pic" idx="2"/>
          </p:nvPr>
        </p:nvSpPr>
        <p:spPr>
          <a:xfrm>
            <a:off x="10151559" y="2514417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33"/>
          <p:cNvSpPr>
            <a:spLocks noGrp="1"/>
          </p:cNvSpPr>
          <p:nvPr>
            <p:ph type="pic" idx="3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184" name="Google Shape;184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02001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apitel ohne Logo RE">
  <p:cSld name="Kapitel ohne Logo RE">
    <p:bg>
      <p:bgPr>
        <a:solidFill>
          <a:schemeClr val="lt1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4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4"/>
          <p:cNvSpPr txBox="1">
            <a:spLocks noGrp="1"/>
          </p:cNvSpPr>
          <p:nvPr>
            <p:ph type="subTitle" idx="1"/>
          </p:nvPr>
        </p:nvSpPr>
        <p:spPr>
          <a:xfrm>
            <a:off x="485736" y="5412164"/>
            <a:ext cx="11142383" cy="731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9" name="Google Shape;189;p34"/>
          <p:cNvSpPr txBox="1">
            <a:spLocks noGrp="1"/>
          </p:cNvSpPr>
          <p:nvPr>
            <p:ph type="title"/>
          </p:nvPr>
        </p:nvSpPr>
        <p:spPr>
          <a:xfrm>
            <a:off x="475590" y="1307110"/>
            <a:ext cx="11152530" cy="20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90" name="Google Shape;190;p3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34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34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34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JKU Logo MED">
  <p:cSld name="JKU Logo MED">
    <p:bg>
      <p:bgPr>
        <a:solidFill>
          <a:schemeClr val="accent6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39600" y="1573200"/>
            <a:ext cx="7118139" cy="503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el / Schluss mit Logo MED">
  <p:cSld name="Titel / Schluss mit Logo MED">
    <p:bg>
      <p:bgPr>
        <a:solidFill>
          <a:schemeClr val="accent6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6"/>
          <p:cNvSpPr txBox="1">
            <a:spLocks noGrp="1"/>
          </p:cNvSpPr>
          <p:nvPr>
            <p:ph type="subTitle" idx="1"/>
          </p:nvPr>
        </p:nvSpPr>
        <p:spPr>
          <a:xfrm>
            <a:off x="485737" y="5412164"/>
            <a:ext cx="9212079" cy="721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98" name="Google Shape;198;p36"/>
          <p:cNvSpPr txBox="1">
            <a:spLocks noGrp="1"/>
          </p:cNvSpPr>
          <p:nvPr>
            <p:ph type="title"/>
          </p:nvPr>
        </p:nvSpPr>
        <p:spPr>
          <a:xfrm>
            <a:off x="475590" y="1307110"/>
            <a:ext cx="9222226" cy="20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36"/>
          <p:cNvSpPr txBox="1"/>
          <p:nvPr/>
        </p:nvSpPr>
        <p:spPr>
          <a:xfrm>
            <a:off x="10064678" y="5502229"/>
            <a:ext cx="1395661" cy="733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JOHANNES KEPLER UNIVERSITÄT LINZ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Altenberger Straße 69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4040 Linz, Österreich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jku.at</a:t>
            </a:r>
            <a:endParaRPr sz="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36"/>
          <p:cNvSpPr>
            <a:spLocks noGrp="1"/>
          </p:cNvSpPr>
          <p:nvPr>
            <p:ph type="pic" idx="2"/>
          </p:nvPr>
        </p:nvSpPr>
        <p:spPr>
          <a:xfrm>
            <a:off x="10151559" y="2514417"/>
            <a:ext cx="1468800" cy="1085721"/>
          </a:xfrm>
          <a:prstGeom prst="rect">
            <a:avLst/>
          </a:prstGeom>
          <a:noFill/>
          <a:ln>
            <a:noFill/>
          </a:ln>
        </p:spPr>
      </p:sp>
      <p:sp>
        <p:nvSpPr>
          <p:cNvPr id="201" name="Google Shape;201;p36"/>
          <p:cNvSpPr>
            <a:spLocks noGrp="1"/>
          </p:cNvSpPr>
          <p:nvPr>
            <p:ph type="pic" idx="3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</p:sp>
      <p:pic>
        <p:nvPicPr>
          <p:cNvPr id="202" name="Google Shape;202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02001" y="554400"/>
            <a:ext cx="1932066" cy="136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apitel ohne Logo MED">
  <p:cSld name="Kapitel ohne Logo MED">
    <p:bg>
      <p:bgPr>
        <a:solidFill>
          <a:schemeClr val="lt1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7"/>
          <p:cNvSpPr/>
          <p:nvPr/>
        </p:nvSpPr>
        <p:spPr>
          <a:xfrm>
            <a:off x="0" y="0"/>
            <a:ext cx="12192000" cy="61436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37"/>
          <p:cNvSpPr txBox="1">
            <a:spLocks noGrp="1"/>
          </p:cNvSpPr>
          <p:nvPr>
            <p:ph type="subTitle" idx="1"/>
          </p:nvPr>
        </p:nvSpPr>
        <p:spPr>
          <a:xfrm>
            <a:off x="485736" y="5412164"/>
            <a:ext cx="11142383" cy="731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6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000"/>
            </a:lvl2pPr>
            <a:lvl3pPr lvl="2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None/>
              <a:defRPr sz="1800"/>
            </a:lvl3pPr>
            <a:lvl4pPr lvl="3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600"/>
            </a:lvl4pPr>
            <a:lvl5pPr lvl="4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4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07" name="Google Shape;207;p37"/>
          <p:cNvSpPr txBox="1">
            <a:spLocks noGrp="1"/>
          </p:cNvSpPr>
          <p:nvPr>
            <p:ph type="title"/>
          </p:nvPr>
        </p:nvSpPr>
        <p:spPr>
          <a:xfrm>
            <a:off x="475590" y="1307110"/>
            <a:ext cx="11152530" cy="20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 Black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08" name="Google Shape;208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47071" y="3231115"/>
            <a:ext cx="2196000" cy="2196083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37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37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37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24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  <a:defRPr sz="30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dt" idx="10"/>
          </p:nvPr>
        </p:nvSpPr>
        <p:spPr>
          <a:xfrm>
            <a:off x="9425432" y="6356982"/>
            <a:ext cx="8177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ftr" idx="11"/>
          </p:nvPr>
        </p:nvSpPr>
        <p:spPr>
          <a:xfrm>
            <a:off x="5890366" y="6348972"/>
            <a:ext cx="242504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sldNum" idx="12"/>
          </p:nvPr>
        </p:nvSpPr>
        <p:spPr>
          <a:xfrm>
            <a:off x="11020654" y="6358497"/>
            <a:ext cx="685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7"/>
          <p:cNvPicPr preferRelativeResize="0"/>
          <p:nvPr/>
        </p:nvPicPr>
        <p:blipFill rotWithShape="1">
          <a:blip r:embed="rId32">
            <a:alphaModFix/>
          </a:blip>
          <a:srcRect/>
          <a:stretch/>
        </p:blipFill>
        <p:spPr>
          <a:xfrm>
            <a:off x="570583" y="6351235"/>
            <a:ext cx="2717806" cy="3203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7"/>
          <p:cNvSpPr txBox="1">
            <a:spLocks noGrp="1"/>
          </p:cNvSpPr>
          <p:nvPr>
            <p:ph type="body" idx="1"/>
          </p:nvPr>
        </p:nvSpPr>
        <p:spPr>
          <a:xfrm>
            <a:off x="470188" y="1619798"/>
            <a:ext cx="11141138" cy="4513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735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◦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5755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433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80"/>
              <a:buFont typeface="Arial"/>
              <a:buChar char="-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02895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70"/>
              <a:buFont typeface="Noto Sans Symbols"/>
              <a:buChar char="◆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178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"/>
          <p:cNvSpPr txBox="1">
            <a:spLocks noGrp="1"/>
          </p:cNvSpPr>
          <p:nvPr>
            <p:ph type="subTitle" idx="1"/>
          </p:nvPr>
        </p:nvSpPr>
        <p:spPr>
          <a:xfrm>
            <a:off x="485737" y="5412164"/>
            <a:ext cx="9216577" cy="731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60"/>
              <a:buNone/>
            </a:pPr>
            <a:r>
              <a:rPr lang="en-US" dirty="0"/>
              <a:t>Name 1, Name 2, … </a:t>
            </a:r>
            <a:endParaRPr dirty="0"/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60"/>
              <a:buNone/>
            </a:pPr>
            <a:endParaRPr dirty="0"/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60"/>
              <a:buNone/>
            </a:pPr>
            <a:r>
              <a:rPr lang="en-US" dirty="0" err="1"/>
              <a:t>Praktikum</a:t>
            </a:r>
            <a:r>
              <a:rPr lang="en-US" dirty="0"/>
              <a:t> Software Engineering – WS 2025</a:t>
            </a:r>
            <a:endParaRPr dirty="0"/>
          </a:p>
        </p:txBody>
      </p:sp>
      <p:sp>
        <p:nvSpPr>
          <p:cNvPr id="217" name="Google Shape;217;p1"/>
          <p:cNvSpPr txBox="1">
            <a:spLocks noGrp="1"/>
          </p:cNvSpPr>
          <p:nvPr>
            <p:ph type="title"/>
          </p:nvPr>
        </p:nvSpPr>
        <p:spPr>
          <a:xfrm>
            <a:off x="475590" y="1307110"/>
            <a:ext cx="9226724" cy="20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 Black"/>
              <a:buNone/>
            </a:pPr>
            <a:r>
              <a:rPr lang="en-US"/>
              <a:t>Release 1</a:t>
            </a:r>
            <a:br>
              <a:rPr lang="en-US"/>
            </a:br>
            <a:r>
              <a:rPr lang="en-US"/>
              <a:t>Team x</a:t>
            </a:r>
            <a:endParaRPr/>
          </a:p>
        </p:txBody>
      </p:sp>
      <p:sp>
        <p:nvSpPr>
          <p:cNvPr id="218" name="Google Shape;218;p1"/>
          <p:cNvSpPr>
            <a:spLocks noGrp="1"/>
          </p:cNvSpPr>
          <p:nvPr>
            <p:ph type="pic" idx="2"/>
          </p:nvPr>
        </p:nvSpPr>
        <p:spPr>
          <a:xfrm>
            <a:off x="10151559" y="2516799"/>
            <a:ext cx="1468800" cy="1085721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Google Shape;219;p1"/>
          <p:cNvSpPr>
            <a:spLocks noGrp="1"/>
          </p:cNvSpPr>
          <p:nvPr>
            <p:ph type="pic" idx="3"/>
          </p:nvPr>
        </p:nvSpPr>
        <p:spPr>
          <a:xfrm>
            <a:off x="10151745" y="4039231"/>
            <a:ext cx="1468800" cy="1085721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</a:pPr>
            <a:r>
              <a:rPr lang="en-US"/>
              <a:t>Präsentation Release 1 - Agenda</a:t>
            </a:r>
            <a:endParaRPr/>
          </a:p>
        </p:txBody>
      </p:sp>
      <p:sp>
        <p:nvSpPr>
          <p:cNvPr id="225" name="Google Shape;225;p2"/>
          <p:cNvSpPr txBox="1">
            <a:spLocks noGrp="1"/>
          </p:cNvSpPr>
          <p:nvPr>
            <p:ph type="body" idx="1"/>
          </p:nvPr>
        </p:nvSpPr>
        <p:spPr>
          <a:xfrm>
            <a:off x="471542" y="1621584"/>
            <a:ext cx="11139784" cy="4516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16000" lvl="0" indent="-2160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UML </a:t>
            </a:r>
            <a:r>
              <a:rPr lang="en-US" dirty="0" err="1"/>
              <a:t>Klassendiagramme</a:t>
            </a:r>
            <a:endParaRPr dirty="0"/>
          </a:p>
          <a:p>
            <a:pPr marL="216000" lvl="0" indent="-21600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 err="1"/>
              <a:t>Aktueller</a:t>
            </a:r>
            <a:r>
              <a:rPr lang="en-US" dirty="0"/>
              <a:t> Stand der </a:t>
            </a:r>
            <a:r>
              <a:rPr lang="en-US" dirty="0" err="1"/>
              <a:t>Implementierung</a:t>
            </a:r>
            <a:r>
              <a:rPr lang="en-US" dirty="0"/>
              <a:t> (</a:t>
            </a:r>
            <a:r>
              <a:rPr lang="en-US" dirty="0" err="1"/>
              <a:t>inkl</a:t>
            </a:r>
            <a:r>
              <a:rPr lang="en-US" dirty="0"/>
              <a:t>. Demo)</a:t>
            </a:r>
            <a:endParaRPr dirty="0"/>
          </a:p>
          <a:p>
            <a:pPr marL="216000" lvl="0" indent="-21600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Sprint Retro</a:t>
            </a:r>
          </a:p>
          <a:p>
            <a:pPr marL="216000" lvl="0" indent="-21600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 err="1"/>
              <a:t>Einsatz</a:t>
            </a:r>
            <a:r>
              <a:rPr lang="en-US" dirty="0"/>
              <a:t> von KI</a:t>
            </a:r>
            <a:endParaRPr dirty="0"/>
          </a:p>
          <a:p>
            <a:pPr marL="216000" lvl="0" indent="-21600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 err="1"/>
              <a:t>Planung</a:t>
            </a:r>
            <a:r>
              <a:rPr lang="en-US" dirty="0"/>
              <a:t> für Release 2</a:t>
            </a:r>
            <a:endParaRPr dirty="0"/>
          </a:p>
        </p:txBody>
      </p:sp>
      <p:sp>
        <p:nvSpPr>
          <p:cNvPr id="226" name="Google Shape;226;p2"/>
          <p:cNvSpPr txBox="1">
            <a:spLocks noGrp="1"/>
          </p:cNvSpPr>
          <p:nvPr>
            <p:ph type="body" idx="2"/>
          </p:nvPr>
        </p:nvSpPr>
        <p:spPr>
          <a:xfrm>
            <a:off x="471542" y="5858820"/>
            <a:ext cx="11139784" cy="278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</a:pPr>
            <a:r>
              <a:rPr lang="en-US"/>
              <a:t>UML Klassendiagramme</a:t>
            </a:r>
            <a:endParaRPr/>
          </a:p>
        </p:txBody>
      </p:sp>
      <p:sp>
        <p:nvSpPr>
          <p:cNvPr id="232" name="Google Shape;232;p3"/>
          <p:cNvSpPr txBox="1">
            <a:spLocks noGrp="1"/>
          </p:cNvSpPr>
          <p:nvPr>
            <p:ph type="body" idx="1"/>
          </p:nvPr>
        </p:nvSpPr>
        <p:spPr>
          <a:xfrm>
            <a:off x="471542" y="1621584"/>
            <a:ext cx="11139784" cy="4516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16000" lvl="0" indent="-2160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Kurze </a:t>
            </a:r>
            <a:r>
              <a:rPr lang="en-US" dirty="0" err="1"/>
              <a:t>Beschreibung</a:t>
            </a:r>
            <a:r>
              <a:rPr lang="en-US" dirty="0"/>
              <a:t> der </a:t>
            </a:r>
            <a:r>
              <a:rPr lang="en-US" dirty="0" err="1"/>
              <a:t>Diagramme</a:t>
            </a:r>
            <a:r>
              <a:rPr lang="en-US" dirty="0"/>
              <a:t>, </a:t>
            </a:r>
            <a:r>
              <a:rPr lang="en-US" dirty="0" err="1"/>
              <a:t>Architektur</a:t>
            </a:r>
            <a:r>
              <a:rPr lang="en-US" dirty="0"/>
              <a:t> und </a:t>
            </a:r>
            <a:r>
              <a:rPr lang="en-US" dirty="0" err="1"/>
              <a:t>geplanter</a:t>
            </a:r>
            <a:r>
              <a:rPr lang="en-US" dirty="0"/>
              <a:t> Aufbau der </a:t>
            </a:r>
            <a:r>
              <a:rPr lang="en-US" dirty="0" err="1"/>
              <a:t>Applikation</a:t>
            </a:r>
            <a:endParaRPr dirty="0"/>
          </a:p>
          <a:p>
            <a:pPr marL="216000" lvl="0" indent="-21600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 err="1"/>
              <a:t>Artifakte</a:t>
            </a:r>
            <a:r>
              <a:rPr lang="en-US" dirty="0"/>
              <a:t> (UML </a:t>
            </a:r>
            <a:r>
              <a:rPr lang="en-US" dirty="0" err="1"/>
              <a:t>Diagramme</a:t>
            </a:r>
            <a:r>
              <a:rPr lang="en-US" dirty="0"/>
              <a:t>) </a:t>
            </a:r>
            <a:r>
              <a:rPr lang="en-US" dirty="0" err="1"/>
              <a:t>sind</a:t>
            </a:r>
            <a:r>
              <a:rPr lang="en-US" dirty="0"/>
              <a:t> in Git Repository </a:t>
            </a:r>
            <a:r>
              <a:rPr lang="en-US" dirty="0" err="1"/>
              <a:t>gespeichert</a:t>
            </a:r>
            <a:endParaRPr dirty="0"/>
          </a:p>
        </p:txBody>
      </p:sp>
      <p:sp>
        <p:nvSpPr>
          <p:cNvPr id="233" name="Google Shape;233;p3"/>
          <p:cNvSpPr txBox="1">
            <a:spLocks noGrp="1"/>
          </p:cNvSpPr>
          <p:nvPr>
            <p:ph type="body" idx="2"/>
          </p:nvPr>
        </p:nvSpPr>
        <p:spPr>
          <a:xfrm>
            <a:off x="471542" y="5858820"/>
            <a:ext cx="11139784" cy="278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</a:pPr>
            <a:r>
              <a:rPr lang="de-DE" dirty="0"/>
              <a:t>Aktueller Stand der Implementierung (inkl. Demo)</a:t>
            </a:r>
          </a:p>
        </p:txBody>
      </p:sp>
      <p:sp>
        <p:nvSpPr>
          <p:cNvPr id="239" name="Google Shape;239;p4"/>
          <p:cNvSpPr txBox="1">
            <a:spLocks noGrp="1"/>
          </p:cNvSpPr>
          <p:nvPr>
            <p:ph type="body" idx="1"/>
          </p:nvPr>
        </p:nvSpPr>
        <p:spPr>
          <a:xfrm>
            <a:off x="471542" y="1621584"/>
            <a:ext cx="11139784" cy="4516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16000" lvl="0" indent="-21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Was </a:t>
            </a:r>
            <a:r>
              <a:rPr lang="en-US" dirty="0" err="1"/>
              <a:t>wurde</a:t>
            </a:r>
            <a:r>
              <a:rPr lang="en-US" dirty="0"/>
              <a:t> </a:t>
            </a:r>
            <a:r>
              <a:rPr lang="en-US" dirty="0" err="1"/>
              <a:t>umgesetzt</a:t>
            </a:r>
            <a:r>
              <a:rPr lang="en-US" dirty="0"/>
              <a:t>?</a:t>
            </a:r>
          </a:p>
          <a:p>
            <a:pPr marL="216000" lvl="0" indent="-21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Wie </a:t>
            </a:r>
            <a:r>
              <a:rPr lang="en-US" dirty="0" err="1"/>
              <a:t>wurde</a:t>
            </a:r>
            <a:r>
              <a:rPr lang="en-US" dirty="0"/>
              <a:t> die </a:t>
            </a:r>
            <a:r>
              <a:rPr lang="en-US" dirty="0" err="1"/>
              <a:t>Aufteilung</a:t>
            </a:r>
            <a:r>
              <a:rPr lang="en-US" dirty="0"/>
              <a:t> </a:t>
            </a:r>
            <a:r>
              <a:rPr lang="en-US" dirty="0" err="1"/>
              <a:t>vorgenommen</a:t>
            </a:r>
            <a:r>
              <a:rPr lang="en-US" dirty="0"/>
              <a:t>?</a:t>
            </a:r>
            <a:endParaRPr dirty="0"/>
          </a:p>
          <a:p>
            <a:pPr marL="216000" lvl="0" indent="-21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endParaRPr lang="en-US" dirty="0"/>
          </a:p>
          <a:p>
            <a:pPr marL="216000" lvl="0" indent="-21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 err="1"/>
              <a:t>Welche</a:t>
            </a:r>
            <a:r>
              <a:rPr lang="en-US" dirty="0"/>
              <a:t> User-Stories </a:t>
            </a:r>
            <a:r>
              <a:rPr lang="en-US" dirty="0" err="1"/>
              <a:t>wurden</a:t>
            </a:r>
            <a:r>
              <a:rPr lang="en-US" dirty="0"/>
              <a:t> </a:t>
            </a:r>
            <a:r>
              <a:rPr lang="en-US" dirty="0" err="1"/>
              <a:t>angelegt</a:t>
            </a:r>
            <a:r>
              <a:rPr lang="en-US" dirty="0"/>
              <a:t>?</a:t>
            </a:r>
            <a:endParaRPr dirty="0"/>
          </a:p>
          <a:p>
            <a:pPr marL="216000" lvl="0" indent="-21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 err="1"/>
              <a:t>Welche</a:t>
            </a:r>
            <a:r>
              <a:rPr lang="en-US" dirty="0"/>
              <a:t> </a:t>
            </a:r>
            <a:r>
              <a:rPr lang="en-US" dirty="0" err="1"/>
              <a:t>neuen</a:t>
            </a:r>
            <a:r>
              <a:rPr lang="en-US" dirty="0"/>
              <a:t> Tasks </a:t>
            </a:r>
            <a:r>
              <a:rPr lang="en-US" dirty="0" err="1"/>
              <a:t>wurden</a:t>
            </a:r>
            <a:r>
              <a:rPr lang="en-US" dirty="0"/>
              <a:t> </a:t>
            </a:r>
            <a:r>
              <a:rPr lang="en-US" dirty="0" err="1"/>
              <a:t>angelegt</a:t>
            </a:r>
            <a:r>
              <a:rPr lang="en-US" dirty="0"/>
              <a:t>?</a:t>
            </a:r>
          </a:p>
          <a:p>
            <a:pPr marL="216000" lvl="0" indent="-21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endParaRPr dirty="0"/>
          </a:p>
          <a:p>
            <a:pPr marL="216000" lvl="0" indent="-21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Demo der </a:t>
            </a:r>
            <a:r>
              <a:rPr lang="en-US" dirty="0" err="1"/>
              <a:t>Applikation</a:t>
            </a:r>
            <a:endParaRPr dirty="0"/>
          </a:p>
        </p:txBody>
      </p:sp>
      <p:sp>
        <p:nvSpPr>
          <p:cNvPr id="240" name="Google Shape;240;p4"/>
          <p:cNvSpPr txBox="1">
            <a:spLocks noGrp="1"/>
          </p:cNvSpPr>
          <p:nvPr>
            <p:ph type="body" idx="2"/>
          </p:nvPr>
        </p:nvSpPr>
        <p:spPr>
          <a:xfrm>
            <a:off x="471542" y="5858820"/>
            <a:ext cx="11139784" cy="278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5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</a:pPr>
            <a:r>
              <a:rPr lang="en-US"/>
              <a:t>Sprint Retro</a:t>
            </a:r>
            <a:endParaRPr/>
          </a:p>
        </p:txBody>
      </p:sp>
      <p:sp>
        <p:nvSpPr>
          <p:cNvPr id="246" name="Google Shape;246;p5"/>
          <p:cNvSpPr txBox="1">
            <a:spLocks noGrp="1"/>
          </p:cNvSpPr>
          <p:nvPr>
            <p:ph type="body" idx="1"/>
          </p:nvPr>
        </p:nvSpPr>
        <p:spPr>
          <a:xfrm>
            <a:off x="471542" y="1621584"/>
            <a:ext cx="11139784" cy="4516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16000" indent="-216000">
              <a:lnSpc>
                <a:spcPct val="150000"/>
              </a:lnSpc>
              <a:spcBef>
                <a:spcPts val="0"/>
              </a:spcBef>
              <a:buSzPts val="2400"/>
            </a:pPr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Überblick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über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gebuchte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Stunden</a:t>
            </a:r>
            <a:endParaRPr dirty="0">
              <a:solidFill>
                <a:schemeClr val="bg1">
                  <a:lumMod val="75000"/>
                </a:schemeClr>
              </a:solidFill>
            </a:endParaRPr>
          </a:p>
          <a:p>
            <a:pPr marL="216000" indent="-216000">
              <a:lnSpc>
                <a:spcPct val="150000"/>
              </a:lnSpc>
              <a:spcBef>
                <a:spcPts val="0"/>
              </a:spcBef>
              <a:buSzPts val="2400"/>
            </a:pPr>
            <a:r>
              <a:rPr lang="en-US" dirty="0"/>
              <a:t>Gab es </a:t>
            </a:r>
            <a:r>
              <a:rPr lang="en-US" dirty="0" err="1"/>
              <a:t>gröbere</a:t>
            </a:r>
            <a:r>
              <a:rPr lang="en-US" dirty="0"/>
              <a:t> </a:t>
            </a:r>
            <a:r>
              <a:rPr lang="en-US" dirty="0" err="1"/>
              <a:t>Probleme</a:t>
            </a:r>
            <a:r>
              <a:rPr lang="en-US" dirty="0"/>
              <a:t> (</a:t>
            </a:r>
            <a:r>
              <a:rPr lang="en-US" dirty="0" err="1"/>
              <a:t>Planung</a:t>
            </a:r>
            <a:r>
              <a:rPr lang="en-US" dirty="0"/>
              <a:t>, </a:t>
            </a:r>
            <a:r>
              <a:rPr lang="en-US" dirty="0" err="1"/>
              <a:t>Implementierung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 …)</a:t>
            </a:r>
            <a:endParaRPr dirty="0"/>
          </a:p>
          <a:p>
            <a:pPr marL="216000" indent="-216000">
              <a:lnSpc>
                <a:spcPct val="150000"/>
              </a:lnSpc>
              <a:spcBef>
                <a:spcPts val="0"/>
              </a:spcBef>
              <a:buSzPts val="2400"/>
            </a:pPr>
            <a:r>
              <a:rPr lang="en-US" dirty="0"/>
              <a:t>Was </a:t>
            </a:r>
            <a:r>
              <a:rPr lang="en-US" dirty="0" err="1"/>
              <a:t>haben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für Sprint 2 </a:t>
            </a:r>
            <a:r>
              <a:rPr lang="en-US" dirty="0" err="1"/>
              <a:t>gelernt</a:t>
            </a:r>
            <a:r>
              <a:rPr lang="en-US" dirty="0"/>
              <a:t>?</a:t>
            </a:r>
            <a:endParaRPr dirty="0"/>
          </a:p>
        </p:txBody>
      </p:sp>
      <p:sp>
        <p:nvSpPr>
          <p:cNvPr id="247" name="Google Shape;247;p5"/>
          <p:cNvSpPr txBox="1">
            <a:spLocks noGrp="1"/>
          </p:cNvSpPr>
          <p:nvPr>
            <p:ph type="body" idx="2"/>
          </p:nvPr>
        </p:nvSpPr>
        <p:spPr>
          <a:xfrm>
            <a:off x="471542" y="5858820"/>
            <a:ext cx="11139784" cy="278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669FE-138F-F444-41AA-25E4F72B0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Einsatz</a:t>
            </a:r>
            <a:r>
              <a:rPr lang="en-US" dirty="0"/>
              <a:t> von KI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C489F-9B79-FA20-058B-DC9F269149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Wurde</a:t>
            </a:r>
            <a:r>
              <a:rPr lang="en-US" dirty="0"/>
              <a:t> KI </a:t>
            </a:r>
            <a:r>
              <a:rPr lang="en-US" dirty="0" err="1"/>
              <a:t>eingesetzt</a:t>
            </a:r>
            <a:r>
              <a:rPr lang="en-US" dirty="0"/>
              <a:t>? </a:t>
            </a:r>
          </a:p>
          <a:p>
            <a:r>
              <a:rPr lang="en-US" dirty="0"/>
              <a:t>Wenn ja:</a:t>
            </a:r>
          </a:p>
          <a:p>
            <a:pPr lvl="1"/>
            <a:r>
              <a:rPr lang="en-US" dirty="0"/>
              <a:t>Für </a:t>
            </a:r>
            <a:r>
              <a:rPr lang="en-US" dirty="0" err="1"/>
              <a:t>welchen</a:t>
            </a:r>
            <a:r>
              <a:rPr lang="en-US" dirty="0"/>
              <a:t> </a:t>
            </a:r>
            <a:r>
              <a:rPr lang="en-US" dirty="0" err="1"/>
              <a:t>Anwendungsfall</a:t>
            </a:r>
            <a:r>
              <a:rPr lang="en-US" dirty="0"/>
              <a:t>? </a:t>
            </a:r>
          </a:p>
          <a:p>
            <a:pPr lvl="1"/>
            <a:r>
              <a:rPr lang="en-US" dirty="0"/>
              <a:t>Wie hat die KI </a:t>
            </a:r>
            <a:r>
              <a:rPr lang="en-US" dirty="0" err="1"/>
              <a:t>geholfen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Wie </a:t>
            </a:r>
            <a:r>
              <a:rPr lang="en-US" dirty="0" err="1"/>
              <a:t>wird</a:t>
            </a:r>
            <a:r>
              <a:rPr lang="en-US" dirty="0"/>
              <a:t> KI </a:t>
            </a:r>
            <a:r>
              <a:rPr lang="en-US" dirty="0" err="1"/>
              <a:t>eingesetzt</a:t>
            </a:r>
            <a:r>
              <a:rPr lang="en-US" dirty="0"/>
              <a:t>? (</a:t>
            </a:r>
            <a:r>
              <a:rPr lang="en-US" dirty="0" err="1"/>
              <a:t>Plannung</a:t>
            </a:r>
            <a:r>
              <a:rPr lang="en-US" dirty="0"/>
              <a:t>, </a:t>
            </a:r>
            <a:r>
              <a:rPr lang="en-US" dirty="0" err="1"/>
              <a:t>Implementierung</a:t>
            </a:r>
            <a:r>
              <a:rPr lang="en-US" dirty="0"/>
              <a:t>, Tests, Refactoring, etc.)</a:t>
            </a:r>
          </a:p>
          <a:p>
            <a:pPr lvl="1"/>
            <a:r>
              <a:rPr lang="en-US" dirty="0" err="1"/>
              <a:t>Entsprach</a:t>
            </a:r>
            <a:r>
              <a:rPr lang="en-US" dirty="0"/>
              <a:t> das </a:t>
            </a:r>
            <a:r>
              <a:rPr lang="en-US" dirty="0" err="1"/>
              <a:t>Ergebnis</a:t>
            </a:r>
            <a:r>
              <a:rPr lang="en-US" dirty="0"/>
              <a:t> </a:t>
            </a:r>
            <a:r>
              <a:rPr lang="en-US" dirty="0" err="1"/>
              <a:t>auch</a:t>
            </a:r>
            <a:r>
              <a:rPr lang="en-US" dirty="0"/>
              <a:t> den </a:t>
            </a:r>
            <a:r>
              <a:rPr lang="en-US" dirty="0" err="1"/>
              <a:t>Erwartungen</a:t>
            </a:r>
            <a:r>
              <a:rPr lang="en-US" dirty="0"/>
              <a:t>?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7D2E92-84E0-3528-AB07-5C5896B6F853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077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"/>
          <p:cNvSpPr txBox="1">
            <a:spLocks noGrp="1"/>
          </p:cNvSpPr>
          <p:nvPr>
            <p:ph type="title"/>
          </p:nvPr>
        </p:nvSpPr>
        <p:spPr>
          <a:xfrm>
            <a:off x="487122" y="575031"/>
            <a:ext cx="11124204" cy="989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 Black"/>
              <a:buNone/>
            </a:pPr>
            <a:r>
              <a:rPr lang="en-US" dirty="0" err="1"/>
              <a:t>Planung</a:t>
            </a:r>
            <a:r>
              <a:rPr lang="en-US" dirty="0"/>
              <a:t> für Release 2</a:t>
            </a:r>
            <a:endParaRPr dirty="0"/>
          </a:p>
        </p:txBody>
      </p:sp>
      <p:sp>
        <p:nvSpPr>
          <p:cNvPr id="253" name="Google Shape;253;p6"/>
          <p:cNvSpPr txBox="1">
            <a:spLocks noGrp="1"/>
          </p:cNvSpPr>
          <p:nvPr>
            <p:ph type="body" idx="1"/>
          </p:nvPr>
        </p:nvSpPr>
        <p:spPr>
          <a:xfrm>
            <a:off x="471542" y="1621584"/>
            <a:ext cx="11139784" cy="4516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16000" lvl="0" indent="-2160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Kurzer Überblick über den weiteren Plan und nächste Schritte.</a:t>
            </a:r>
            <a:endParaRPr/>
          </a:p>
        </p:txBody>
      </p:sp>
      <p:sp>
        <p:nvSpPr>
          <p:cNvPr id="254" name="Google Shape;254;p6"/>
          <p:cNvSpPr txBox="1">
            <a:spLocks noGrp="1"/>
          </p:cNvSpPr>
          <p:nvPr>
            <p:ph type="body" idx="2"/>
          </p:nvPr>
        </p:nvSpPr>
        <p:spPr>
          <a:xfrm>
            <a:off x="471542" y="5858820"/>
            <a:ext cx="11139784" cy="278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JKU">
      <a:dk1>
        <a:srgbClr val="000000"/>
      </a:dk1>
      <a:lt1>
        <a:srgbClr val="FFFFFF"/>
      </a:lt1>
      <a:dk2>
        <a:srgbClr val="9C477B"/>
      </a:dk2>
      <a:lt2>
        <a:srgbClr val="BBD032"/>
      </a:lt2>
      <a:accent1>
        <a:srgbClr val="808288"/>
      </a:accent1>
      <a:accent2>
        <a:srgbClr val="046E98"/>
      </a:accent2>
      <a:accent3>
        <a:srgbClr val="5CCFCB"/>
      </a:accent3>
      <a:accent4>
        <a:srgbClr val="4CAC4E"/>
      </a:accent4>
      <a:accent5>
        <a:srgbClr val="E73729"/>
      </a:accent5>
      <a:accent6>
        <a:srgbClr val="FBBA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JKU">
      <a:dk1>
        <a:srgbClr val="000000"/>
      </a:dk1>
      <a:lt1>
        <a:srgbClr val="FFFFFF"/>
      </a:lt1>
      <a:dk2>
        <a:srgbClr val="8A386C"/>
      </a:dk2>
      <a:lt2>
        <a:srgbClr val="AECB30"/>
      </a:lt2>
      <a:accent1>
        <a:srgbClr val="59636C"/>
      </a:accent1>
      <a:accent2>
        <a:srgbClr val="0081BE"/>
      </a:accent2>
      <a:accent3>
        <a:srgbClr val="72D2E8"/>
      </a:accent3>
      <a:accent4>
        <a:srgbClr val="47B44E"/>
      </a:accent4>
      <a:accent5>
        <a:srgbClr val="E74824"/>
      </a:accent5>
      <a:accent6>
        <a:srgbClr val="F9A9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182</Words>
  <Application>Microsoft Office PowerPoint</Application>
  <PresentationFormat>Widescreen</PresentationFormat>
  <Paragraphs>34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Noto Sans Symbols</vt:lpstr>
      <vt:lpstr>Arial Black</vt:lpstr>
      <vt:lpstr>Arial</vt:lpstr>
      <vt:lpstr>Office</vt:lpstr>
      <vt:lpstr>Release 1 Team x</vt:lpstr>
      <vt:lpstr>Präsentation Release 1 - Agenda</vt:lpstr>
      <vt:lpstr>UML Klassendiagramme</vt:lpstr>
      <vt:lpstr>Aktueller Stand der Implementierung (inkl. Demo)</vt:lpstr>
      <vt:lpstr>Sprint Retro</vt:lpstr>
      <vt:lpstr>Einsatz von KI </vt:lpstr>
      <vt:lpstr>Planung für Release 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Braeuer, Johannes</dc:creator>
  <cp:lastModifiedBy>Braeuer, Johannes</cp:lastModifiedBy>
  <cp:revision>2</cp:revision>
  <dcterms:created xsi:type="dcterms:W3CDTF">2023-10-26T07:23:11Z</dcterms:created>
  <dcterms:modified xsi:type="dcterms:W3CDTF">2026-03-17T19:57:04Z</dcterms:modified>
</cp:coreProperties>
</file>