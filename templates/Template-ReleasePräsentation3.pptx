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7102475" cy="10234613"/>
  <p:embeddedFontLst>
    <p:embeddedFont>
      <p:font typeface="Arial Black" panose="020B0A04020102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eXZ2NLPpyP3XemsoaRmjgGsP1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b4ee6d59d_0_0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g29b4ee6d5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/>
              <a:t>Name 1, Name 2, … 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WS 2026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/>
              <a:t>Release 3</a:t>
            </a:r>
            <a:br>
              <a:rPr lang="en-US"/>
            </a:br>
            <a:r>
              <a:rPr lang="en-US"/>
              <a:t>Team x</a:t>
            </a:r>
            <a:endParaRPr/>
          </a:p>
        </p:txBody>
      </p:sp>
      <p:sp>
        <p:nvSpPr>
          <p:cNvPr id="218" name="Google Shape;218;p1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Google Shape;219;p1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Präsentation Release 3 - Agenda</a:t>
            </a:r>
            <a:endParaRPr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Aktueller Stand der: 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Implementierung (inkl. Demo)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Tests und Analyse der Codequalität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Projektdokumentation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indent="-216000">
              <a:buSzPts val="2400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die finale </a:t>
            </a:r>
            <a:r>
              <a:rPr lang="en-US" dirty="0" err="1"/>
              <a:t>Abgabe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Aktueller Stand der Implementierung (inkl. Demo)</a:t>
            </a:r>
            <a:endParaRPr dirty="0"/>
          </a:p>
        </p:txBody>
      </p:sp>
      <p:sp>
        <p:nvSpPr>
          <p:cNvPr id="232" name="Google Shape;232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Was wurde umgesetzt?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Wie wurde die Aufteilung vorgenommen?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User-Stories wurden angelegt?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neuen Tasks wurden angelegt?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Demo der Applikation</a:t>
            </a:r>
          </a:p>
        </p:txBody>
      </p:sp>
      <p:sp>
        <p:nvSpPr>
          <p:cNvPr id="233" name="Google Shape;233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Tests und Analyse der Codequalität</a:t>
            </a:r>
            <a:endParaRPr dirty="0"/>
          </a:p>
        </p:txBody>
      </p:sp>
      <p:sp>
        <p:nvSpPr>
          <p:cNvPr id="239" name="Google Shape;239;p3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Wie ist die Testabdeckung im Projekt?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Sonderfälle wurden abgeprüft?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Beispiele von analysierten Codestellen. (“Best-</a:t>
            </a:r>
            <a:r>
              <a:rPr lang="de-DE" dirty="0" err="1"/>
              <a:t>of</a:t>
            </a:r>
            <a:r>
              <a:rPr lang="de-DE" dirty="0"/>
              <a:t> PMD </a:t>
            </a:r>
            <a:r>
              <a:rPr lang="de-DE" dirty="0" err="1"/>
              <a:t>Findings</a:t>
            </a:r>
            <a:r>
              <a:rPr lang="de-DE" dirty="0"/>
              <a:t>”)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de-DE" dirty="0"/>
          </a:p>
        </p:txBody>
      </p:sp>
      <p:sp>
        <p:nvSpPr>
          <p:cNvPr id="240" name="Google Shape;240;p3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9b4ee6d59d_0_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3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Projektdokumentation</a:t>
            </a:r>
            <a:endParaRPr dirty="0"/>
          </a:p>
        </p:txBody>
      </p:sp>
      <p:sp>
        <p:nvSpPr>
          <p:cNvPr id="246" name="Google Shape;246;g29b4ee6d59d_0_0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900" cy="4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Systemarchitektur</a:t>
            </a:r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aufgebaut</a:t>
            </a:r>
            <a:r>
              <a:rPr lang="en-US" dirty="0"/>
              <a:t>? (</a:t>
            </a:r>
            <a:r>
              <a:rPr lang="en-US" dirty="0" err="1"/>
              <a:t>Architekturdiagram</a:t>
            </a:r>
            <a:r>
              <a:rPr lang="en-US" dirty="0"/>
              <a:t>)</a:t>
            </a:r>
          </a:p>
          <a:p>
            <a:pPr marL="673200" lvl="1" indent="-216000">
              <a:lnSpc>
                <a:spcPct val="150000"/>
              </a:lnSpc>
              <a:buSzPts val="2400"/>
              <a:buFont typeface="Arial"/>
              <a:buChar char="•"/>
            </a:pPr>
            <a:r>
              <a:rPr lang="de-DE" sz="2000" dirty="0"/>
              <a:t>Javadoc für wichtige Klassen, Interfaces und Methoden</a:t>
            </a: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 err="1"/>
              <a:t>Benutzerdokumenation</a:t>
            </a:r>
            <a:endParaRPr lang="de-DE" dirty="0"/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kann</a:t>
            </a:r>
            <a:r>
              <a:rPr lang="en-US" dirty="0"/>
              <a:t> ich die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ausführen</a:t>
            </a:r>
            <a:r>
              <a:rPr lang="en-US" dirty="0"/>
              <a:t>?</a:t>
            </a:r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Screens </a:t>
            </a:r>
            <a:r>
              <a:rPr lang="en-US" dirty="0" err="1"/>
              <a:t>gibt</a:t>
            </a:r>
            <a:r>
              <a:rPr lang="en-US" dirty="0"/>
              <a:t> es und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Anwendungsfälle</a:t>
            </a:r>
            <a:r>
              <a:rPr lang="en-US" dirty="0"/>
              <a:t>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lösen</a:t>
            </a:r>
            <a:r>
              <a:rPr lang="en-US" dirty="0"/>
              <a:t>?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de-DE" dirty="0"/>
          </a:p>
        </p:txBody>
      </p:sp>
      <p:sp>
        <p:nvSpPr>
          <p:cNvPr id="247" name="Google Shape;247;g29b4ee6d59d_0_0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9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53" name="Google Shape;253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Probleme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</a:p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endParaRPr dirty="0"/>
          </a:p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in </a:t>
            </a:r>
            <a:r>
              <a:rPr lang="en-US" dirty="0" err="1"/>
              <a:t>diesem</a:t>
            </a:r>
            <a:r>
              <a:rPr lang="en-US" dirty="0"/>
              <a:t> Sprint </a:t>
            </a:r>
            <a:r>
              <a:rPr lang="en-US" dirty="0" err="1"/>
              <a:t>gelernt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54" name="Google Shape;254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KI-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Artifakte</a:t>
            </a:r>
            <a:r>
              <a:rPr lang="en-US" dirty="0"/>
              <a:t> (Code, </a:t>
            </a:r>
            <a:r>
              <a:rPr lang="en-US" dirty="0" err="1"/>
              <a:t>Dokumenation</a:t>
            </a:r>
            <a:r>
              <a:rPr lang="en-US" dirty="0"/>
              <a:t>, User-Story, Tests, etc.) </a:t>
            </a:r>
            <a:r>
              <a:rPr lang="en-US" dirty="0" err="1"/>
              <a:t>als</a:t>
            </a:r>
            <a:r>
              <a:rPr lang="en-US" dirty="0"/>
              <a:t> KI-</a:t>
            </a:r>
            <a:r>
              <a:rPr lang="en-US" dirty="0" err="1"/>
              <a:t>generiert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Nächste Schritte &amp; Planung der finalen Abgabe</a:t>
            </a:r>
            <a:endParaRPr/>
          </a:p>
        </p:txBody>
      </p:sp>
      <p:sp>
        <p:nvSpPr>
          <p:cNvPr id="260" name="Google Shape;260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Kurzer Überblick über den weiteren Plan und nächste Schritte.</a:t>
            </a:r>
            <a:endParaRPr/>
          </a:p>
        </p:txBody>
      </p:sp>
      <p:sp>
        <p:nvSpPr>
          <p:cNvPr id="261" name="Google Shape;261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Widescreen</PresentationFormat>
  <Paragraphs>47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Noto Sans Symbols</vt:lpstr>
      <vt:lpstr>Arial Black</vt:lpstr>
      <vt:lpstr>Arial</vt:lpstr>
      <vt:lpstr>Office</vt:lpstr>
      <vt:lpstr>Release 3 Team x</vt:lpstr>
      <vt:lpstr>Präsentation Release 3 - Agenda</vt:lpstr>
      <vt:lpstr>Aktueller Stand der Implementierung (inkl. Demo)</vt:lpstr>
      <vt:lpstr>Tests und Analyse der Codequalität</vt:lpstr>
      <vt:lpstr>Projektdokumentation</vt:lpstr>
      <vt:lpstr>Sprint Retro</vt:lpstr>
      <vt:lpstr>Einsatz von KI </vt:lpstr>
      <vt:lpstr>Nächste Schritte &amp; Planung der finalen Abgabe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Braeuer, Johannes</cp:lastModifiedBy>
  <cp:revision>2</cp:revision>
  <dcterms:created xsi:type="dcterms:W3CDTF">2023-10-26T07:23:11Z</dcterms:created>
  <dcterms:modified xsi:type="dcterms:W3CDTF">2026-05-06T18:44:42Z</dcterms:modified>
</cp:coreProperties>
</file>